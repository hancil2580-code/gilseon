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코다리조림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완벽 조리 실무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0592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맑은 고딕"/>
              </a:rPr>
              <a:t>재료 손질부터 황금비율 양념,
수분 제어 기술까지
실무자를 위한 표준 레시피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76472"/>
            <a:ext cx="2011680" cy="41148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764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전체 챕터 보기 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97280"/>
            <a:ext cx="4572000" cy="438912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맑은 고딕"/>
              </a:rPr>
              <a:t>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BBBBB"/>
                </a:solidFill>
                <a:latin typeface="맑은 고딕"/>
              </a:rPr>
              <a:t>표준화된 조리 공정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</a:rPr>
              <a:t>VERSION 1.0  |  STANDARD OPERATING PROCEDURE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</a:rPr>
              <a:t>성공적인 조리를 위한 4가지 핵심 모듈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맑은 고딕"/>
              </a:rPr>
              <a:t>The 4 Core Modules for Perfect Execution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8591" y="1600200"/>
            <a:ext cx="256032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8591" y="1600200"/>
            <a:ext cx="256032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" y="1783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62626"/>
                </a:solidFill>
                <a:latin typeface="맑은 고딕"/>
              </a:rPr>
              <a:t>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183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183" y="3319272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맑은 고딕"/>
              </a:rPr>
              <a:t>밑작업 (Prep)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183" y="3776472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비린내 완벽 제거 및 원활한 식감을 위한
'밑 준비기' 과학.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183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자세히 보기 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655" y="1600200"/>
            <a:ext cx="256032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6655" y="1600200"/>
            <a:ext cx="256032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6655" y="1783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62626"/>
                </a:solidFill>
                <a:latin typeface="맑은 고딕"/>
              </a:rPr>
              <a:t>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247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247" y="3319272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맑은 고딕"/>
              </a:rPr>
              <a:t>양념 (Sauce)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247" y="3776472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실무에 검증된 3가지
황금비율 배합 매트릭스.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247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자세히 보기 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4719" y="1600200"/>
            <a:ext cx="256032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719" y="1600200"/>
            <a:ext cx="256032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4719" y="1783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62626"/>
                </a:solidFill>
                <a:latin typeface="맑은 고딕"/>
              </a:rPr>
              <a:t>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9311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3319272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맑은 고딕"/>
              </a:rPr>
              <a:t>조리 (Cooking)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9311" y="3776472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불과 수분을 동시에 관리하는
브레이징 5단계 프로 공정.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자세히 보기 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12783" y="1600200"/>
            <a:ext cx="2560320" cy="3840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2783" y="1600200"/>
            <a:ext cx="2560320" cy="13716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2783" y="1783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62626"/>
                </a:solidFill>
                <a:latin typeface="맑은 고딕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7375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7375" y="3319272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맑은 고딕"/>
              </a:rPr>
              <a:t>응용 (Variations)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375" y="3776472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핵심 식재료를 활용한
확장 및 변형 가이드.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7375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D4"/>
                </a:solidFill>
                <a:latin typeface="맑은 고딕"/>
              </a:rPr>
              <a:t>자세히 보기 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</a:rPr>
              <a:t>코다리조림 완벽 조리 실무 매뉴얼  |  내부 교육용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BB"/>
                </a:solidFill>
                <a:latin typeface="맑은 고딕"/>
              </a:rPr>
              <a:t>제 1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밑작업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맑은 고딕"/>
              </a:rPr>
              <a:t>완전한 비린내 제거를 위한 100% 차단 공정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21992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359152"/>
            <a:ext cx="11094415" cy="123444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587752"/>
            <a:ext cx="777240" cy="77724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877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23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BB"/>
                </a:solidFill>
                <a:latin typeface="맑은 고딕"/>
              </a:rP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70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물순환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523744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맑은 고딕"/>
              </a:rPr>
              <a:t>지느러미와 꼬리를 세척 후 잘라냄.
대가리 안쪽 아가미, 뼛속·복강의 검은 막 완전 제거.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66744"/>
            <a:ext cx="11094415" cy="123444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895344"/>
            <a:ext cx="777240" cy="77724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95344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313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BB"/>
                </a:solidFill>
                <a:latin typeface="맑은 고딕"/>
              </a:rPr>
              <a:t>2단계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782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소금물 세척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831336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맑은 고딕"/>
              </a:rPr>
              <a:t>물 1L + 소금 15g 배합.
앰블에 담그지 않고 빠르게 씻어낸 후 물기 제거.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74336"/>
            <a:ext cx="11094415" cy="123444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202936"/>
            <a:ext cx="777240" cy="77724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02936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BB"/>
                </a:solidFill>
                <a:latin typeface="맑은 고딕"/>
              </a:rPr>
              <a:t>3단계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858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빌몸 수성 (냉동)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138928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맑은 고딕"/>
              </a:rPr>
              <a:t>굵은소금·흑설탕으로 밑간 후
냉장 비닐팩 밀봉 → 냉동실 4시간 이상 보관.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</a:rPr>
              <a:t>제2장: 황금비율 양념장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※ 출처: 조리비 1:3~4비율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맑은 고딕"/>
              </a:rPr>
              <a:t>콘셉트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맑은 고딕"/>
              </a:rPr>
              <a:t>기본 비율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맑은 고딕"/>
              </a:rPr>
              <a:t>핵심 방법 &amp;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261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맑은 고딕"/>
              </a:rPr>
              <a:t>기대 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1109441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48640" y="160020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1737360"/>
            <a:ext cx="1691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대중적 정식
(이식당식)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737360"/>
            <a:ext cx="1691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69D4"/>
                </a:solidFill>
                <a:latin typeface="맑은 고딕"/>
              </a:rPr>
              <a:t>5:4:3:2:1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3736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된장 0.5큰술 추가.
나리비율 15g, 물엿 3큰술 추가.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가장 일반적이고 비린내를 잡는
깊고 균형 잡힌 대중적 맛.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160020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160020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12480" y="160020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" y="2926080"/>
            <a:ext cx="11094415" cy="13258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48640" y="292608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3063240"/>
            <a:ext cx="1691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전문 갈비구이 맛
(요식업식)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063240"/>
            <a:ext cx="1691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69D4"/>
                </a:solidFill>
                <a:latin typeface="맑은 고딕"/>
              </a:rPr>
              <a:t>1:2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6324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다진마 베이스(100ml),
물 100ml, 고구마전분 15g.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6324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물기 완벽 제거 후 굵은소금·흑설탕으로
알싸하고 강렬한 풍미 생성.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60320" y="292608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292608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12480" y="292608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8640" y="4251960"/>
            <a:ext cx="11094415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48640" y="425196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4389120"/>
            <a:ext cx="1691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집밥 강알맛
(이남박 cook)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389120"/>
            <a:ext cx="1691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69D4"/>
                </a:solidFill>
                <a:latin typeface="맑은 고딕"/>
              </a:rPr>
              <a:t>10:10:5:5:5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38912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양파 2~3칸(30~45ml) 준비,
감자 30g, 꽈리고추 5g.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38912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수분 날리면 고형의 양념장 분리되어
코다리에 붙착 → 사탕처럼 된 피케.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60320" y="425196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72000" y="425196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4251960"/>
            <a:ext cx="0" cy="13258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8640" y="557784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</a:rPr>
              <a:t>코다리조림 완벽 조리 실무 매뉴얼  |  내부 교육용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</a:rPr>
              <a:t>제3장: 표준 조리 공정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88720"/>
            <a:ext cx="11094415" cy="89611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457200" cy="896112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7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80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부 1차 조림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276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조리쥐 및 대파 0.5대, 후. 당충량 밀도를 고려해 5~10분 굴림.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444752"/>
            <a:ext cx="155448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144475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69D4"/>
                </a:solidFill>
                <a:latin typeface="맑은 고딕"/>
              </a:rPr>
              <a:t>매운 성분 추출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1444752"/>
            <a:ext cx="155448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97312" y="1444752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69D4"/>
                </a:solidFill>
                <a:latin typeface="맑은 고딕"/>
              </a:rPr>
              <a:t>부원 배향 차단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30552"/>
            <a:ext cx="11094415" cy="89611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30552"/>
            <a:ext cx="457200" cy="896112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30552"/>
            <a:ext cx="457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221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기름 코팅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6946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소량의 기름(약 50ml)을 중불에서 코다리 표면이 노릇노릇해질 때까지 7분 노출.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386584"/>
            <a:ext cx="155448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238658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6B6B"/>
                </a:solidFill>
                <a:latin typeface="맑은 고딕"/>
              </a:rPr>
              <a:t>하박 방식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72384"/>
            <a:ext cx="11094415" cy="89611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72384"/>
            <a:ext cx="457200" cy="896112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72384"/>
            <a:ext cx="457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163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본 조림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51129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양념 및 육수 넣고 강불 5분간 끓인 후 중불 3단계 전환.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3328416"/>
            <a:ext cx="155448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3328416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  <a:latin typeface="맑은 고딕"/>
              </a:rPr>
              <a:t>황금비율 적용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14216"/>
            <a:ext cx="11094415" cy="89611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14216"/>
            <a:ext cx="457200" cy="896112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14216"/>
            <a:ext cx="457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1056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수분 날리기 및 윤기 보충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4531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수분을 날리며 윤기가 날 때까지 하고, 부족한 물 보충해 국물 농도 조절.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4270248"/>
            <a:ext cx="155448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427024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6B6B"/>
                </a:solidFill>
                <a:latin typeface="맑은 고딕"/>
              </a:rPr>
              <a:t>불 조절 필수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56048"/>
            <a:ext cx="11094415" cy="89611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956048"/>
            <a:ext cx="457200" cy="896112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56048"/>
            <a:ext cx="457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047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마무리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39496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통깨, 쪽파, 고추를 넣고 3~5분 뚜껑 없이 조리 후 완성.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5212080"/>
            <a:ext cx="155448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51392" y="5212080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맑은 고딕"/>
              </a:rPr>
              <a:t>뚜껑 금지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</a:rPr>
              <a:t>코다리조림 완벽 조리 실무 매뉴얼  |  내부 교육용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</a:rPr>
              <a:t>제4장: 메뉴 응용 가이드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78992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90007" y="2971800"/>
            <a:ext cx="2011680" cy="100584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90007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Core
Ingredient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0007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코다리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20040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200400" cy="5486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맑은 고딕"/>
              </a:rPr>
              <a:t>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코다리 강정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잘게 썰어 전분 입히고 기름에 바삭하게 튀김.
고추장/간장 소스로 달달하게 무침.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2655" y="1417320"/>
            <a:ext cx="320040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42655" y="1417320"/>
            <a:ext cx="3200400" cy="5486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655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맑은 고딕"/>
              </a:rPr>
              <a:t>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9815" y="20116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무청 사이드 조화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9815" y="23774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조리 시 나오는 무·줄기 활용.
드레싱 더해 사이드 샐러드로 완성.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320040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3200400" cy="5486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맑은 고딕"/>
              </a:rPr>
              <a:t>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66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찜에식당 건강 조화림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321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해물과 함께 건강·다이어트 버전으로 응용.
기름 최소화, 저염 양념장 적용.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42655" y="4572000"/>
            <a:ext cx="320040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2655" y="4572000"/>
            <a:ext cx="3200400" cy="5486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2655" y="4572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맑은 고딕"/>
              </a:rPr>
              <a:t>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9815" y="5166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2626"/>
                </a:solidFill>
                <a:latin typeface="맑은 고딕"/>
              </a:rPr>
              <a:t>코다리 공당 / 밥인 피케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9815" y="55321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맑은 고딕"/>
              </a:rPr>
              <a:t>낮은 온도에 버터 식재 올려 완성.
고형 양념장이 코다리에 붙착 → 사탕 피케.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</a:rPr>
              <a:t>코다리조림 완벽 조리 실무 매뉴얼  |  내부 교육용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실무자를 위한 마스터 체크리스트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188720"/>
            <a:ext cx="457200" cy="4114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16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필수 지침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272887" cy="82296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냄새 수업 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맑은 고딕"/>
              </a:rPr>
              <a:t>재작 수세·소금 밀중 적어도 10분 이상, 냉동까지 반드시 거쳐야 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87752"/>
            <a:ext cx="5272887" cy="82296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87752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전처리/양질무 완전히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80944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맑은 고딕"/>
              </a:rPr>
              <a:t>완성도 높은 전처리가 조리의 완벽한 전제조건. 아가미·검은 막 완전 제거.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83864"/>
            <a:ext cx="5272887" cy="82296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83864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47872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불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77056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맑은 고딕"/>
              </a:rPr>
              <a:t>강불 → 중불 단계적 전환. 수분 조절을 위해 뚜껑 없이 마무리 조리.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1188720"/>
            <a:ext cx="457200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7287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DON'T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927" y="1216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절대 금지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1691640"/>
            <a:ext cx="5272887" cy="82296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1691640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167" y="175564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뚜껑 항상 금지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084832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맑은 고딕"/>
              </a:rPr>
              <a:t>뚜껑을 덮으면 수분이 날리지 못해 소스가 묽어짐. (맛 100% 감소)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7287" y="2587752"/>
            <a:ext cx="5272887" cy="82296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2587752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2651760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장에식당 부추 추가 금지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2980944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맑은 고딕"/>
              </a:rPr>
              <a:t>코다리 조리 시 부추를 넣으면 비린내가 증폭됨. 마무리 전 투입 절대 금지.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7287" y="3483864"/>
            <a:ext cx="5272887" cy="82296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7287" y="3483864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0167" y="3547872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무조건 다 익히기 금지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3877056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맑은 고딕"/>
              </a:rPr>
              <a:t>과조리 시 코다리가 풀어져 식감 사라짐. 불 끄는 타이밍이 핵심.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50127.5" y="1188720"/>
            <a:ext cx="0.0" cy="329184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5166360"/>
            <a:ext cx="11094415" cy="4572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완벽한 코다리조림은 레시피가 아닌, 수분과 형태를 통하는 기술에서 완성됩니다.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07127" y="5897880"/>
            <a:ext cx="2377440" cy="41148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07127" y="5897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처음부터 다시 보기 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6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</a:rPr>
              <a:t>VERSION 1.0  |  STANDARD OPERATING PROCEDURE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